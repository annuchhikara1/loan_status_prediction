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66C6856-F5DB-4FE9-80B3-0D9E521FD6AC}" type="datetimeFigureOut">
              <a:rPr lang="en-US" smtClean="0"/>
              <a:t>8/27/2026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BACAD78-549A-45F0-83B9-9BDFB815C0FF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LOAN STATUS PREDICTION USING MACHINE LEARNING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PREPARED BY : ANNU</a:t>
            </a:r>
          </a:p>
          <a:p>
            <a:r>
              <a:rPr lang="en-US" dirty="0" smtClean="0"/>
              <a:t>INTERNSHIP PROJECT 2</a:t>
            </a:r>
          </a:p>
          <a:p>
            <a:endParaRPr lang="en-US" dirty="0"/>
          </a:p>
          <a:p>
            <a:r>
              <a:rPr lang="en-US" dirty="0" smtClean="0"/>
              <a:t>SUBMITTED TO : NAVIOTECH SOLUTION PVT. LTD. 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Build an automated classification system to evaluate loan eligibility.</a:t>
            </a:r>
          </a:p>
          <a:p>
            <a:r>
              <a:rPr lang="en-IN" dirty="0" smtClean="0"/>
              <a:t>Streamline manual banking workflows and reduce decision time.</a:t>
            </a:r>
          </a:p>
          <a:p>
            <a:r>
              <a:rPr lang="en-IN" dirty="0" smtClean="0"/>
              <a:t>Improve accuracy in predicting applicant loan approvals.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DATASET OVERVIEW &amp;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Source: Banking Customer Loan Application Dataset (train.csv).</a:t>
            </a:r>
          </a:p>
          <a:p>
            <a:r>
              <a:rPr lang="en-IN" dirty="0" smtClean="0"/>
              <a:t>Total Instances: 614 customer records across 13 attributes.</a:t>
            </a:r>
          </a:p>
          <a:p>
            <a:r>
              <a:rPr lang="en-IN" dirty="0" smtClean="0"/>
              <a:t>Core Features: Gender, Married, </a:t>
            </a:r>
            <a:r>
              <a:rPr lang="en-IN" dirty="0" err="1" smtClean="0"/>
              <a:t>ApplicantIncome</a:t>
            </a:r>
            <a:r>
              <a:rPr lang="en-IN" dirty="0" smtClean="0"/>
              <a:t>, </a:t>
            </a:r>
            <a:r>
              <a:rPr lang="en-IN" dirty="0" err="1" smtClean="0"/>
              <a:t>LoanAmount</a:t>
            </a:r>
            <a:r>
              <a:rPr lang="en-IN" dirty="0" smtClean="0"/>
              <a:t>, </a:t>
            </a:r>
            <a:r>
              <a:rPr lang="en-IN" dirty="0" err="1" smtClean="0"/>
              <a:t>Credit_History</a:t>
            </a:r>
            <a:r>
              <a:rPr lang="en-IN" dirty="0" smtClean="0"/>
              <a:t>, and </a:t>
            </a:r>
            <a:r>
              <a:rPr lang="en-IN" dirty="0" err="1" smtClean="0"/>
              <a:t>Property_Area</a:t>
            </a:r>
            <a:r>
              <a:rPr lang="en-IN" dirty="0" smtClean="0"/>
              <a:t>.</a:t>
            </a:r>
          </a:p>
          <a:p>
            <a:r>
              <a:rPr lang="en-IN" dirty="0" smtClean="0"/>
              <a:t>Target Variable: </a:t>
            </a:r>
            <a:r>
              <a:rPr lang="en-IN" dirty="0" err="1" smtClean="0"/>
              <a:t>Loan_Status</a:t>
            </a:r>
            <a:r>
              <a:rPr lang="en-IN" dirty="0" smtClean="0"/>
              <a:t> (Y = Approved, N = Rejected).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PREPROCESSING &amp; CLEANING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Handled missing values by dropping incomplete record rows using </a:t>
            </a:r>
            <a:r>
              <a:rPr lang="en-IN" dirty="0" err="1" smtClean="0"/>
              <a:t>dropna</a:t>
            </a:r>
            <a:r>
              <a:rPr lang="en-IN" dirty="0" smtClean="0"/>
              <a:t>().</a:t>
            </a:r>
          </a:p>
          <a:p>
            <a:r>
              <a:rPr lang="en-IN" dirty="0" smtClean="0"/>
              <a:t>Encoded categorical text features to numeric values using Pandas replace().</a:t>
            </a:r>
          </a:p>
          <a:p>
            <a:r>
              <a:rPr lang="en-IN" dirty="0" smtClean="0"/>
              <a:t>Mapped text fields: Gender, Married, Education, and </a:t>
            </a:r>
            <a:r>
              <a:rPr lang="en-IN" dirty="0" err="1" smtClean="0"/>
              <a:t>Property_Area</a:t>
            </a:r>
            <a:r>
              <a:rPr lang="en-IN" dirty="0" smtClean="0"/>
              <a:t> to integer codes.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ENGINEERING &amp; TARGET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Separated independent attributes </a:t>
            </a:r>
            <a:r>
              <a:rPr lang="en-IN" dirty="0" smtClean="0"/>
              <a:t>(X) </a:t>
            </a:r>
            <a:r>
              <a:rPr lang="en-IN" dirty="0"/>
              <a:t>by dropping </a:t>
            </a:r>
            <a:r>
              <a:rPr lang="en-IN" dirty="0" err="1"/>
              <a:t>Loan_ID</a:t>
            </a:r>
            <a:r>
              <a:rPr lang="en-IN" dirty="0"/>
              <a:t> and </a:t>
            </a:r>
            <a:r>
              <a:rPr lang="en-IN" dirty="0" err="1"/>
              <a:t>Loan_Status</a:t>
            </a:r>
            <a:r>
              <a:rPr lang="en-IN" dirty="0"/>
              <a:t>.</a:t>
            </a:r>
          </a:p>
          <a:p>
            <a:r>
              <a:rPr lang="en-IN" dirty="0"/>
              <a:t>Extracted target labels </a:t>
            </a:r>
            <a:r>
              <a:rPr lang="en-IN" dirty="0" smtClean="0"/>
              <a:t>(Y) </a:t>
            </a:r>
            <a:r>
              <a:rPr lang="en-IN" dirty="0"/>
              <a:t>into a separate vector.</a:t>
            </a:r>
          </a:p>
          <a:p>
            <a:r>
              <a:rPr lang="en-IN" dirty="0" smtClean="0"/>
              <a:t>Mapped </a:t>
            </a:r>
            <a:r>
              <a:rPr lang="en-IN" dirty="0" err="1" smtClean="0"/>
              <a:t>Loan_Status</a:t>
            </a:r>
            <a:r>
              <a:rPr lang="en-IN" dirty="0" smtClean="0"/>
              <a:t> labels: Approved (Y) -&gt; 1, Rejected (N) -&gt; 0.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 TEST DATA SPLITTING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Applied a 90:10 ratio split (</a:t>
            </a:r>
            <a:r>
              <a:rPr lang="en-IN" dirty="0" err="1" smtClean="0"/>
              <a:t>test_size</a:t>
            </a:r>
            <a:r>
              <a:rPr lang="en-IN" dirty="0" smtClean="0"/>
              <a:t>=0.1) using </a:t>
            </a:r>
            <a:r>
              <a:rPr lang="en-IN" dirty="0" err="1" smtClean="0"/>
              <a:t>train_test_split</a:t>
            </a:r>
            <a:r>
              <a:rPr lang="en-IN" dirty="0" smtClean="0"/>
              <a:t>().</a:t>
            </a:r>
          </a:p>
          <a:p>
            <a:r>
              <a:rPr lang="en-IN" dirty="0" smtClean="0"/>
              <a:t>Used stratify=Y to keep approval/rejection proportions balanced in both sets.</a:t>
            </a:r>
          </a:p>
          <a:p>
            <a:r>
              <a:rPr lang="en-IN" dirty="0" smtClean="0"/>
              <a:t>Set </a:t>
            </a:r>
            <a:r>
              <a:rPr lang="en-IN" dirty="0" err="1" smtClean="0"/>
              <a:t>random_state</a:t>
            </a:r>
            <a:r>
              <a:rPr lang="en-IN" dirty="0" smtClean="0"/>
              <a:t>=2 for consistent, reproducible results.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SELECTION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Implemented </a:t>
            </a:r>
            <a:r>
              <a:rPr lang="en-IN" b="1" dirty="0" smtClean="0"/>
              <a:t>Logistic Regression</a:t>
            </a:r>
            <a:r>
              <a:rPr lang="en-IN" dirty="0" smtClean="0"/>
              <a:t> for binary classification.</a:t>
            </a:r>
          </a:p>
          <a:p>
            <a:r>
              <a:rPr lang="en-IN" dirty="0" smtClean="0"/>
              <a:t>Ideal model for tabular financial data with clear binary outcomes.</a:t>
            </a:r>
          </a:p>
          <a:p>
            <a:r>
              <a:rPr lang="en-IN" dirty="0" smtClean="0"/>
              <a:t>Configured </a:t>
            </a:r>
            <a:r>
              <a:rPr lang="en-IN" dirty="0" err="1" smtClean="0"/>
              <a:t>max_iter</a:t>
            </a:r>
            <a:r>
              <a:rPr lang="en-IN" dirty="0" smtClean="0"/>
              <a:t>=1000 for smooth optimization convergence.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PERFORMANCE &amp; ACCURACY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Training Accuracy: </a:t>
            </a:r>
            <a:r>
              <a:rPr lang="en-IN" b="1" dirty="0" smtClean="0"/>
              <a:t>~79%</a:t>
            </a:r>
            <a:r>
              <a:rPr lang="en-IN" dirty="0" smtClean="0"/>
              <a:t> (0.786)</a:t>
            </a:r>
          </a:p>
          <a:p>
            <a:r>
              <a:rPr lang="en-IN" dirty="0" smtClean="0"/>
              <a:t>Testing Accuracy: </a:t>
            </a:r>
            <a:r>
              <a:rPr lang="en-IN" b="1" dirty="0" smtClean="0"/>
              <a:t>~83%</a:t>
            </a:r>
            <a:r>
              <a:rPr lang="en-IN" dirty="0" smtClean="0"/>
              <a:t> (0.833)</a:t>
            </a:r>
          </a:p>
          <a:p>
            <a:r>
              <a:rPr lang="en-IN" dirty="0" smtClean="0"/>
              <a:t>Confirmed strong model generalization without </a:t>
            </a:r>
            <a:r>
              <a:rPr lang="en-IN" dirty="0" err="1" smtClean="0"/>
              <a:t>overfitting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&amp;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Credit_History</a:t>
            </a:r>
            <a:r>
              <a:rPr lang="en-IN" dirty="0" smtClean="0"/>
              <a:t> emerged as the most critical factor for loan approval.</a:t>
            </a:r>
          </a:p>
          <a:p>
            <a:r>
              <a:rPr lang="en-IN" dirty="0" smtClean="0"/>
              <a:t>Applicant income levels heavily influence maximum eligible loan amounts.</a:t>
            </a:r>
          </a:p>
          <a:p>
            <a:r>
              <a:rPr lang="en-IN" dirty="0" err="1" smtClean="0"/>
              <a:t>Semiurban</a:t>
            </a:r>
            <a:r>
              <a:rPr lang="en-IN" dirty="0" smtClean="0"/>
              <a:t> properties showed higher approval rates compared to rural areas.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 &amp; 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Successfully deployed a functional baseline loan classification pipeline.</a:t>
            </a:r>
          </a:p>
          <a:p>
            <a:r>
              <a:rPr lang="en-IN" dirty="0" smtClean="0"/>
              <a:t>Future work includes testing advanced models like Random Forest and </a:t>
            </a:r>
            <a:r>
              <a:rPr lang="en-IN" dirty="0" err="1" smtClean="0"/>
              <a:t>XGBoost</a:t>
            </a:r>
            <a:r>
              <a:rPr lang="en-IN" dirty="0" smtClean="0"/>
              <a:t>.</a:t>
            </a:r>
          </a:p>
          <a:p>
            <a:r>
              <a:rPr lang="en-IN" dirty="0" smtClean="0"/>
              <a:t>Goal to integrate the model into a live web application dashboard.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17</TotalTime>
  <Words>354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LOAN STATUS PREDICTION USING MACHINE LEARNING</vt:lpstr>
      <vt:lpstr>PROJECT OBJECTIVE</vt:lpstr>
      <vt:lpstr>DATASET OVERVIEW &amp; FEATURES</vt:lpstr>
      <vt:lpstr>DATA PREPROCESSING &amp; CLEANING</vt:lpstr>
      <vt:lpstr>FEATURE ENGINEERING &amp; TARGET</vt:lpstr>
      <vt:lpstr>TRAIN TEST DATA SPLITTING</vt:lpstr>
      <vt:lpstr>ALGORITHM SELECTION</vt:lpstr>
      <vt:lpstr>MODEL PERFORMANCE &amp; ACCURACY</vt:lpstr>
      <vt:lpstr>KEY FINDINGS &amp; INSIGHTS</vt:lpstr>
      <vt:lpstr>CONCLUSION &amp; FUTURE SCOPE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STATUS PREDICTION USING MACHINE LEARNING</dc:title>
  <dc:creator>ADI TECHNOLOGY</dc:creator>
  <cp:lastModifiedBy>ADI TECHNOLOGY</cp:lastModifiedBy>
  <cp:revision>2</cp:revision>
  <dcterms:created xsi:type="dcterms:W3CDTF">2026-08-27T06:51:30Z</dcterms:created>
  <dcterms:modified xsi:type="dcterms:W3CDTF">2026-08-27T07:08:56Z</dcterms:modified>
</cp:coreProperties>
</file>